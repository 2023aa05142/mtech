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9" r:id="rId2"/>
    <p:sldId id="260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80" r:id="rId13"/>
    <p:sldId id="281" r:id="rId14"/>
    <p:sldId id="283" r:id="rId15"/>
    <p:sldId id="284" r:id="rId16"/>
    <p:sldId id="34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6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Mishra" userId="5695508de39cc593" providerId="LiveId" clId="{1CCDC6D0-445F-4D24-A898-74169CE09619}"/>
    <pc:docChg chg="custSel delSld modSld">
      <pc:chgData name="Manish Mishra" userId="5695508de39cc593" providerId="LiveId" clId="{1CCDC6D0-445F-4D24-A898-74169CE09619}" dt="2024-09-29T17:15:19.990" v="65" actId="47"/>
      <pc:docMkLst>
        <pc:docMk/>
      </pc:docMkLst>
      <pc:sldChg chg="del">
        <pc:chgData name="Manish Mishra" userId="5695508de39cc593" providerId="LiveId" clId="{1CCDC6D0-445F-4D24-A898-74169CE09619}" dt="2024-09-29T17:10:54.133" v="1" actId="47"/>
        <pc:sldMkLst>
          <pc:docMk/>
          <pc:sldMk cId="0" sldId="256"/>
        </pc:sldMkLst>
      </pc:sldChg>
      <pc:sldChg chg="del">
        <pc:chgData name="Manish Mishra" userId="5695508de39cc593" providerId="LiveId" clId="{1CCDC6D0-445F-4D24-A898-74169CE09619}" dt="2024-09-29T17:10:54.133" v="1" actId="47"/>
        <pc:sldMkLst>
          <pc:docMk/>
          <pc:sldMk cId="0" sldId="257"/>
        </pc:sldMkLst>
      </pc:sldChg>
      <pc:sldChg chg="del">
        <pc:chgData name="Manish Mishra" userId="5695508de39cc593" providerId="LiveId" clId="{1CCDC6D0-445F-4D24-A898-74169CE09619}" dt="2024-09-29T17:10:54.133" v="1" actId="47"/>
        <pc:sldMkLst>
          <pc:docMk/>
          <pc:sldMk cId="0" sldId="258"/>
        </pc:sldMkLst>
      </pc:sldChg>
      <pc:sldChg chg="delSp modSp mod">
        <pc:chgData name="Manish Mishra" userId="5695508de39cc593" providerId="LiveId" clId="{1CCDC6D0-445F-4D24-A898-74169CE09619}" dt="2024-09-29T17:12:12.250" v="25"/>
        <pc:sldMkLst>
          <pc:docMk/>
          <pc:sldMk cId="0" sldId="260"/>
        </pc:sldMkLst>
        <pc:spChg chg="mod">
          <ac:chgData name="Manish Mishra" userId="5695508de39cc593" providerId="LiveId" clId="{1CCDC6D0-445F-4D24-A898-74169CE09619}" dt="2024-09-29T17:12:12.250" v="25"/>
          <ac:spMkLst>
            <pc:docMk/>
            <pc:sldMk cId="0" sldId="260"/>
            <ac:spMk id="77" creationId="{00000000-0000-0000-0000-000000000000}"/>
          </ac:spMkLst>
        </pc:spChg>
        <pc:spChg chg="del">
          <ac:chgData name="Manish Mishra" userId="5695508de39cc593" providerId="LiveId" clId="{1CCDC6D0-445F-4D24-A898-74169CE09619}" dt="2024-09-29T17:11:16.771" v="3" actId="478"/>
          <ac:spMkLst>
            <pc:docMk/>
            <pc:sldMk cId="0" sldId="260"/>
            <ac:spMk id="79" creationId="{00000000-0000-0000-0000-000000000000}"/>
          </ac:spMkLst>
        </pc:spChg>
        <pc:picChg chg="del">
          <ac:chgData name="Manish Mishra" userId="5695508de39cc593" providerId="LiveId" clId="{1CCDC6D0-445F-4D24-A898-74169CE09619}" dt="2024-09-29T17:11:13.543" v="2" actId="478"/>
          <ac:picMkLst>
            <pc:docMk/>
            <pc:sldMk cId="0" sldId="260"/>
            <ac:picMk id="78" creationId="{00000000-0000-0000-0000-000000000000}"/>
          </ac:picMkLst>
        </pc:picChg>
      </pc:sldChg>
      <pc:sldChg chg="modSp del mod">
        <pc:chgData name="Manish Mishra" userId="5695508de39cc593" providerId="LiveId" clId="{1CCDC6D0-445F-4D24-A898-74169CE09619}" dt="2024-09-29T17:11:45.610" v="13" actId="47"/>
        <pc:sldMkLst>
          <pc:docMk/>
          <pc:sldMk cId="0" sldId="261"/>
        </pc:sldMkLst>
        <pc:spChg chg="mod">
          <ac:chgData name="Manish Mishra" userId="5695508de39cc593" providerId="LiveId" clId="{1CCDC6D0-445F-4D24-A898-74169CE09619}" dt="2024-09-29T17:11:20.292" v="4" actId="21"/>
          <ac:spMkLst>
            <pc:docMk/>
            <pc:sldMk cId="0" sldId="261"/>
            <ac:spMk id="84" creationId="{00000000-0000-0000-0000-000000000000}"/>
          </ac:spMkLst>
        </pc:spChg>
      </pc:sldChg>
      <pc:sldChg chg="modSp del mod">
        <pc:chgData name="Manish Mishra" userId="5695508de39cc593" providerId="LiveId" clId="{1CCDC6D0-445F-4D24-A898-74169CE09619}" dt="2024-09-29T17:11:46.966" v="14" actId="47"/>
        <pc:sldMkLst>
          <pc:docMk/>
          <pc:sldMk cId="0" sldId="262"/>
        </pc:sldMkLst>
        <pc:spChg chg="mod">
          <ac:chgData name="Manish Mishra" userId="5695508de39cc593" providerId="LiveId" clId="{1CCDC6D0-445F-4D24-A898-74169CE09619}" dt="2024-09-29T17:11:35.268" v="10" actId="21"/>
          <ac:spMkLst>
            <pc:docMk/>
            <pc:sldMk cId="0" sldId="262"/>
            <ac:spMk id="91" creationId="{00000000-0000-0000-0000-000000000000}"/>
          </ac:spMkLst>
        </pc:spChg>
      </pc:sldChg>
      <pc:sldChg chg="modSp del mod">
        <pc:chgData name="Manish Mishra" userId="5695508de39cc593" providerId="LiveId" clId="{1CCDC6D0-445F-4D24-A898-74169CE09619}" dt="2024-09-29T17:12:05.021" v="21" actId="47"/>
        <pc:sldMkLst>
          <pc:docMk/>
          <pc:sldMk cId="0" sldId="263"/>
        </pc:sldMkLst>
        <pc:spChg chg="mod">
          <ac:chgData name="Manish Mishra" userId="5695508de39cc593" providerId="LiveId" clId="{1CCDC6D0-445F-4D24-A898-74169CE09619}" dt="2024-09-29T17:11:51.789" v="15" actId="21"/>
          <ac:spMkLst>
            <pc:docMk/>
            <pc:sldMk cId="0" sldId="263"/>
            <ac:spMk id="98" creationId="{00000000-0000-0000-0000-000000000000}"/>
          </ac:spMkLst>
        </pc:spChg>
      </pc:sldChg>
      <pc:sldChg chg="modSp del mod">
        <pc:chgData name="Manish Mishra" userId="5695508de39cc593" providerId="LiveId" clId="{1CCDC6D0-445F-4D24-A898-74169CE09619}" dt="2024-09-29T17:12:05.793" v="22" actId="47"/>
        <pc:sldMkLst>
          <pc:docMk/>
          <pc:sldMk cId="0" sldId="264"/>
        </pc:sldMkLst>
        <pc:spChg chg="mod">
          <ac:chgData name="Manish Mishra" userId="5695508de39cc593" providerId="LiveId" clId="{1CCDC6D0-445F-4D24-A898-74169CE09619}" dt="2024-09-29T17:11:59.751" v="18" actId="21"/>
          <ac:spMkLst>
            <pc:docMk/>
            <pc:sldMk cId="0" sldId="264"/>
            <ac:spMk id="105" creationId="{00000000-0000-0000-0000-000000000000}"/>
          </ac:spMkLst>
        </pc:spChg>
      </pc:sldChg>
      <pc:sldChg chg="modSp del mod">
        <pc:chgData name="Manish Mishra" userId="5695508de39cc593" providerId="LiveId" clId="{1CCDC6D0-445F-4D24-A898-74169CE09619}" dt="2024-09-29T17:12:14.247" v="26" actId="47"/>
        <pc:sldMkLst>
          <pc:docMk/>
          <pc:sldMk cId="0" sldId="265"/>
        </pc:sldMkLst>
        <pc:spChg chg="mod">
          <ac:chgData name="Manish Mishra" userId="5695508de39cc593" providerId="LiveId" clId="{1CCDC6D0-445F-4D24-A898-74169CE09619}" dt="2024-09-29T17:12:09.646" v="23" actId="21"/>
          <ac:spMkLst>
            <pc:docMk/>
            <pc:sldMk cId="0" sldId="265"/>
            <ac:spMk id="112" creationId="{00000000-0000-0000-0000-000000000000}"/>
          </ac:spMkLst>
        </pc:spChg>
      </pc:sldChg>
      <pc:sldChg chg="del">
        <pc:chgData name="Manish Mishra" userId="5695508de39cc593" providerId="LiveId" clId="{1CCDC6D0-445F-4D24-A898-74169CE09619}" dt="2024-09-29T17:14:54.010" v="58" actId="47"/>
        <pc:sldMkLst>
          <pc:docMk/>
          <pc:sldMk cId="0" sldId="275"/>
        </pc:sldMkLst>
      </pc:sldChg>
      <pc:sldChg chg="addSp delSp modSp del mod">
        <pc:chgData name="Manish Mishra" userId="5695508de39cc593" providerId="LiveId" clId="{1CCDC6D0-445F-4D24-A898-74169CE09619}" dt="2024-09-29T17:15:07.560" v="62" actId="47"/>
        <pc:sldMkLst>
          <pc:docMk/>
          <pc:sldMk cId="0" sldId="277"/>
        </pc:sldMkLst>
        <pc:spChg chg="add mod">
          <ac:chgData name="Manish Mishra" userId="5695508de39cc593" providerId="LiveId" clId="{1CCDC6D0-445F-4D24-A898-74169CE09619}" dt="2024-09-29T17:14:57.532" v="59" actId="21"/>
          <ac:spMkLst>
            <pc:docMk/>
            <pc:sldMk cId="0" sldId="277"/>
            <ac:spMk id="3" creationId="{AADBB588-22E8-E65D-10C7-88235908E264}"/>
          </ac:spMkLst>
        </pc:spChg>
        <pc:spChg chg="add mod">
          <ac:chgData name="Manish Mishra" userId="5695508de39cc593" providerId="LiveId" clId="{1CCDC6D0-445F-4D24-A898-74169CE09619}" dt="2024-09-29T17:14:57.532" v="59" actId="21"/>
          <ac:spMkLst>
            <pc:docMk/>
            <pc:sldMk cId="0" sldId="277"/>
            <ac:spMk id="5" creationId="{CC836AAC-26A4-C2D4-560F-82A6EC4FE14A}"/>
          </ac:spMkLst>
        </pc:spChg>
        <pc:spChg chg="del">
          <ac:chgData name="Manish Mishra" userId="5695508de39cc593" providerId="LiveId" clId="{1CCDC6D0-445F-4D24-A898-74169CE09619}" dt="2024-09-29T17:14:57.532" v="59" actId="21"/>
          <ac:spMkLst>
            <pc:docMk/>
            <pc:sldMk cId="0" sldId="277"/>
            <ac:spMk id="195" creationId="{00000000-0000-0000-0000-000000000000}"/>
          </ac:spMkLst>
        </pc:spChg>
        <pc:spChg chg="del">
          <ac:chgData name="Manish Mishra" userId="5695508de39cc593" providerId="LiveId" clId="{1CCDC6D0-445F-4D24-A898-74169CE09619}" dt="2024-09-29T17:14:57.532" v="59" actId="21"/>
          <ac:spMkLst>
            <pc:docMk/>
            <pc:sldMk cId="0" sldId="277"/>
            <ac:spMk id="196" creationId="{00000000-0000-0000-0000-000000000000}"/>
          </ac:spMkLst>
        </pc:spChg>
      </pc:sldChg>
      <pc:sldChg chg="addSp modSp mod">
        <pc:chgData name="Manish Mishra" userId="5695508de39cc593" providerId="LiveId" clId="{1CCDC6D0-445F-4D24-A898-74169CE09619}" dt="2024-09-29T17:12:57.560" v="31" actId="1076"/>
        <pc:sldMkLst>
          <pc:docMk/>
          <pc:sldMk cId="0" sldId="281"/>
        </pc:sldMkLst>
        <pc:spChg chg="add mod">
          <ac:chgData name="Manish Mishra" userId="5695508de39cc593" providerId="LiveId" clId="{1CCDC6D0-445F-4D24-A898-74169CE09619}" dt="2024-09-29T17:12:57.560" v="31" actId="1076"/>
          <ac:spMkLst>
            <pc:docMk/>
            <pc:sldMk cId="0" sldId="281"/>
            <ac:spMk id="235" creationId="{00000000-0000-0000-0000-000000000000}"/>
          </ac:spMkLst>
        </pc:spChg>
        <pc:spChg chg="add mod">
          <ac:chgData name="Manish Mishra" userId="5695508de39cc593" providerId="LiveId" clId="{1CCDC6D0-445F-4D24-A898-74169CE09619}" dt="2024-09-29T17:12:50.501" v="30" actId="1076"/>
          <ac:spMkLst>
            <pc:docMk/>
            <pc:sldMk cId="0" sldId="281"/>
            <ac:spMk id="236" creationId="{00000000-0000-0000-0000-000000000000}"/>
          </ac:spMkLst>
        </pc:spChg>
      </pc:sldChg>
      <pc:sldChg chg="addSp delSp modSp del mod">
        <pc:chgData name="Manish Mishra" userId="5695508de39cc593" providerId="LiveId" clId="{1CCDC6D0-445F-4D24-A898-74169CE09619}" dt="2024-09-29T17:13:00.470" v="32" actId="47"/>
        <pc:sldMkLst>
          <pc:docMk/>
          <pc:sldMk cId="0" sldId="282"/>
        </pc:sldMkLst>
        <pc:spChg chg="add mod">
          <ac:chgData name="Manish Mishra" userId="5695508de39cc593" providerId="LiveId" clId="{1CCDC6D0-445F-4D24-A898-74169CE09619}" dt="2024-09-29T17:12:33.948" v="27" actId="21"/>
          <ac:spMkLst>
            <pc:docMk/>
            <pc:sldMk cId="0" sldId="282"/>
            <ac:spMk id="3" creationId="{83A84902-EC8A-11EF-C4FC-7FC4A118B29F}"/>
          </ac:spMkLst>
        </pc:spChg>
        <pc:spChg chg="add mod">
          <ac:chgData name="Manish Mishra" userId="5695508de39cc593" providerId="LiveId" clId="{1CCDC6D0-445F-4D24-A898-74169CE09619}" dt="2024-09-29T17:12:33.948" v="27" actId="21"/>
          <ac:spMkLst>
            <pc:docMk/>
            <pc:sldMk cId="0" sldId="282"/>
            <ac:spMk id="5" creationId="{8EE5EC71-811D-3F9C-48DB-41B0B727A38F}"/>
          </ac:spMkLst>
        </pc:spChg>
        <pc:spChg chg="del">
          <ac:chgData name="Manish Mishra" userId="5695508de39cc593" providerId="LiveId" clId="{1CCDC6D0-445F-4D24-A898-74169CE09619}" dt="2024-09-29T17:12:33.948" v="27" actId="21"/>
          <ac:spMkLst>
            <pc:docMk/>
            <pc:sldMk cId="0" sldId="282"/>
            <ac:spMk id="235" creationId="{00000000-0000-0000-0000-000000000000}"/>
          </ac:spMkLst>
        </pc:spChg>
        <pc:spChg chg="del">
          <ac:chgData name="Manish Mishra" userId="5695508de39cc593" providerId="LiveId" clId="{1CCDC6D0-445F-4D24-A898-74169CE09619}" dt="2024-09-29T17:12:33.948" v="27" actId="21"/>
          <ac:spMkLst>
            <pc:docMk/>
            <pc:sldMk cId="0" sldId="282"/>
            <ac:spMk id="236" creationId="{00000000-0000-0000-0000-000000000000}"/>
          </ac:spMkLst>
        </pc:spChg>
      </pc:sldChg>
      <pc:sldChg chg="addSp modSp mod">
        <pc:chgData name="Manish Mishra" userId="5695508de39cc593" providerId="LiveId" clId="{1CCDC6D0-445F-4D24-A898-74169CE09619}" dt="2024-09-29T17:14:00.506" v="47" actId="1076"/>
        <pc:sldMkLst>
          <pc:docMk/>
          <pc:sldMk cId="0" sldId="284"/>
        </pc:sldMkLst>
        <pc:spChg chg="mod">
          <ac:chgData name="Manish Mishra" userId="5695508de39cc593" providerId="LiveId" clId="{1CCDC6D0-445F-4D24-A898-74169CE09619}" dt="2024-09-29T17:13:31.213" v="41" actId="14100"/>
          <ac:spMkLst>
            <pc:docMk/>
            <pc:sldMk cId="0" sldId="284"/>
            <ac:spMk id="249" creationId="{00000000-0000-0000-0000-000000000000}"/>
          </ac:spMkLst>
        </pc:spChg>
        <pc:spChg chg="add mod">
          <ac:chgData name="Manish Mishra" userId="5695508de39cc593" providerId="LiveId" clId="{1CCDC6D0-445F-4D24-A898-74169CE09619}" dt="2024-09-29T17:14:00.506" v="47" actId="1076"/>
          <ac:spMkLst>
            <pc:docMk/>
            <pc:sldMk cId="0" sldId="284"/>
            <ac:spMk id="254" creationId="{00000000-0000-0000-0000-000000000000}"/>
          </ac:spMkLst>
        </pc:spChg>
        <pc:spChg chg="add mod">
          <ac:chgData name="Manish Mishra" userId="5695508de39cc593" providerId="LiveId" clId="{1CCDC6D0-445F-4D24-A898-74169CE09619}" dt="2024-09-29T17:13:53.577" v="46" actId="1076"/>
          <ac:spMkLst>
            <pc:docMk/>
            <pc:sldMk cId="0" sldId="284"/>
            <ac:spMk id="255" creationId="{00000000-0000-0000-0000-000000000000}"/>
          </ac:spMkLst>
        </pc:spChg>
      </pc:sldChg>
      <pc:sldChg chg="addSp delSp modSp del mod">
        <pc:chgData name="Manish Mishra" userId="5695508de39cc593" providerId="LiveId" clId="{1CCDC6D0-445F-4D24-A898-74169CE09619}" dt="2024-09-29T17:14:02.397" v="48" actId="47"/>
        <pc:sldMkLst>
          <pc:docMk/>
          <pc:sldMk cId="0" sldId="285"/>
        </pc:sldMkLst>
        <pc:spChg chg="add mod">
          <ac:chgData name="Manish Mishra" userId="5695508de39cc593" providerId="LiveId" clId="{1CCDC6D0-445F-4D24-A898-74169CE09619}" dt="2024-09-29T17:13:34.571" v="42" actId="21"/>
          <ac:spMkLst>
            <pc:docMk/>
            <pc:sldMk cId="0" sldId="285"/>
            <ac:spMk id="3" creationId="{D74A369E-4EBB-0ECC-7F1D-D7EC7419C66E}"/>
          </ac:spMkLst>
        </pc:spChg>
        <pc:spChg chg="add mod">
          <ac:chgData name="Manish Mishra" userId="5695508de39cc593" providerId="LiveId" clId="{1CCDC6D0-445F-4D24-A898-74169CE09619}" dt="2024-09-29T17:13:34.571" v="42" actId="21"/>
          <ac:spMkLst>
            <pc:docMk/>
            <pc:sldMk cId="0" sldId="285"/>
            <ac:spMk id="5" creationId="{79D2C3F5-9D35-961E-1105-17049EA211F9}"/>
          </ac:spMkLst>
        </pc:spChg>
        <pc:spChg chg="del">
          <ac:chgData name="Manish Mishra" userId="5695508de39cc593" providerId="LiveId" clId="{1CCDC6D0-445F-4D24-A898-74169CE09619}" dt="2024-09-29T17:13:34.571" v="42" actId="21"/>
          <ac:spMkLst>
            <pc:docMk/>
            <pc:sldMk cId="0" sldId="285"/>
            <ac:spMk id="254" creationId="{00000000-0000-0000-0000-000000000000}"/>
          </ac:spMkLst>
        </pc:spChg>
        <pc:spChg chg="del mod">
          <ac:chgData name="Manish Mishra" userId="5695508de39cc593" providerId="LiveId" clId="{1CCDC6D0-445F-4D24-A898-74169CE09619}" dt="2024-09-29T17:13:34.571" v="42" actId="21"/>
          <ac:spMkLst>
            <pc:docMk/>
            <pc:sldMk cId="0" sldId="285"/>
            <ac:spMk id="255" creationId="{00000000-0000-0000-0000-000000000000}"/>
          </ac:spMkLst>
        </pc:spChg>
      </pc:sldChg>
      <pc:sldChg chg="del">
        <pc:chgData name="Manish Mishra" userId="5695508de39cc593" providerId="LiveId" clId="{1CCDC6D0-445F-4D24-A898-74169CE09619}" dt="2024-09-29T17:10:39.660" v="0" actId="47"/>
        <pc:sldMkLst>
          <pc:docMk/>
          <pc:sldMk cId="0" sldId="338"/>
        </pc:sldMkLst>
      </pc:sldChg>
      <pc:sldChg chg="addSp delSp modSp del mod">
        <pc:chgData name="Manish Mishra" userId="5695508de39cc593" providerId="LiveId" clId="{1CCDC6D0-445F-4D24-A898-74169CE09619}" dt="2024-09-29T17:15:19.990" v="65" actId="47"/>
        <pc:sldMkLst>
          <pc:docMk/>
          <pc:sldMk cId="0" sldId="339"/>
        </pc:sldMkLst>
        <pc:spChg chg="add mod">
          <ac:chgData name="Manish Mishra" userId="5695508de39cc593" providerId="LiveId" clId="{1CCDC6D0-445F-4D24-A898-74169CE09619}" dt="2024-09-29T17:15:14.199" v="64" actId="21"/>
          <ac:spMkLst>
            <pc:docMk/>
            <pc:sldMk cId="0" sldId="339"/>
            <ac:spMk id="3" creationId="{65C29812-12CC-A46E-F882-B2B75B05B33D}"/>
          </ac:spMkLst>
        </pc:spChg>
        <pc:spChg chg="del mod">
          <ac:chgData name="Manish Mishra" userId="5695508de39cc593" providerId="LiveId" clId="{1CCDC6D0-445F-4D24-A898-74169CE09619}" dt="2024-09-29T17:15:14.199" v="64" actId="21"/>
          <ac:spMkLst>
            <pc:docMk/>
            <pc:sldMk cId="0" sldId="339"/>
            <ac:spMk id="59" creationId="{00000000-0000-0000-0000-000000000000}"/>
          </ac:spMkLst>
        </pc:spChg>
      </pc:sldChg>
      <pc:sldChg chg="del">
        <pc:chgData name="Manish Mishra" userId="5695508de39cc593" providerId="LiveId" clId="{1CCDC6D0-445F-4D24-A898-74169CE09619}" dt="2024-09-29T17:14:44.662" v="57" actId="47"/>
        <pc:sldMkLst>
          <pc:docMk/>
          <pc:sldMk cId="0" sldId="340"/>
        </pc:sldMkLst>
      </pc:sldChg>
      <pc:sldChg chg="addSp modSp mod">
        <pc:chgData name="Manish Mishra" userId="5695508de39cc593" providerId="LiveId" clId="{1CCDC6D0-445F-4D24-A898-74169CE09619}" dt="2024-09-29T17:15:02.592" v="61" actId="1076"/>
        <pc:sldMkLst>
          <pc:docMk/>
          <pc:sldMk cId="0" sldId="341"/>
        </pc:sldMkLst>
        <pc:spChg chg="mod">
          <ac:chgData name="Manish Mishra" userId="5695508de39cc593" providerId="LiveId" clId="{1CCDC6D0-445F-4D24-A898-74169CE09619}" dt="2024-09-29T17:14:35.609" v="55" actId="14100"/>
          <ac:spMkLst>
            <pc:docMk/>
            <pc:sldMk cId="0" sldId="341"/>
            <ac:spMk id="69" creationId="{00000000-0000-0000-0000-000000000000}"/>
          </ac:spMkLst>
        </pc:spChg>
        <pc:spChg chg="mod">
          <ac:chgData name="Manish Mishra" userId="5695508de39cc593" providerId="LiveId" clId="{1CCDC6D0-445F-4D24-A898-74169CE09619}" dt="2024-09-29T17:14:39.963" v="56" actId="1076"/>
          <ac:spMkLst>
            <pc:docMk/>
            <pc:sldMk cId="0" sldId="341"/>
            <ac:spMk id="70" creationId="{00000000-0000-0000-0000-000000000000}"/>
          </ac:spMkLst>
        </pc:spChg>
        <pc:spChg chg="add mod">
          <ac:chgData name="Manish Mishra" userId="5695508de39cc593" providerId="LiveId" clId="{1CCDC6D0-445F-4D24-A898-74169CE09619}" dt="2024-09-29T17:15:02.592" v="61" actId="1076"/>
          <ac:spMkLst>
            <pc:docMk/>
            <pc:sldMk cId="0" sldId="341"/>
            <ac:spMk id="195" creationId="{00000000-0000-0000-0000-000000000000}"/>
          </ac:spMkLst>
        </pc:spChg>
        <pc:spChg chg="add mod">
          <ac:chgData name="Manish Mishra" userId="5695508de39cc593" providerId="LiveId" clId="{1CCDC6D0-445F-4D24-A898-74169CE09619}" dt="2024-09-29T17:15:02.592" v="61" actId="1076"/>
          <ac:spMkLst>
            <pc:docMk/>
            <pc:sldMk cId="0" sldId="341"/>
            <ac:spMk id="196" creationId="{00000000-0000-0000-0000-000000000000}"/>
          </ac:spMkLst>
        </pc:spChg>
      </pc:sldChg>
      <pc:sldChg chg="del">
        <pc:chgData name="Manish Mishra" userId="5695508de39cc593" providerId="LiveId" clId="{1CCDC6D0-445F-4D24-A898-74169CE09619}" dt="2024-09-29T17:14:54.010" v="58" actId="47"/>
        <pc:sldMkLst>
          <pc:docMk/>
          <pc:sldMk cId="0" sldId="342"/>
        </pc:sldMkLst>
      </pc:sldChg>
      <pc:sldChg chg="del">
        <pc:chgData name="Manish Mishra" userId="5695508de39cc593" providerId="LiveId" clId="{1CCDC6D0-445F-4D24-A898-74169CE09619}" dt="2024-09-29T17:14:54.010" v="58" actId="47"/>
        <pc:sldMkLst>
          <pc:docMk/>
          <pc:sldMk cId="0" sldId="343"/>
        </pc:sldMkLst>
      </pc:sldChg>
      <pc:sldMasterChg chg="delSldLayout">
        <pc:chgData name="Manish Mishra" userId="5695508de39cc593" providerId="LiveId" clId="{1CCDC6D0-445F-4D24-A898-74169CE09619}" dt="2024-09-29T17:15:19.990" v="65" actId="47"/>
        <pc:sldMasterMkLst>
          <pc:docMk/>
          <pc:sldMasterMk cId="0" sldId="2147483659"/>
        </pc:sldMasterMkLst>
        <pc:sldLayoutChg chg="del">
          <pc:chgData name="Manish Mishra" userId="5695508de39cc593" providerId="LiveId" clId="{1CCDC6D0-445F-4D24-A898-74169CE09619}" dt="2024-09-29T17:15:19.990" v="65" actId="47"/>
          <pc:sldLayoutMkLst>
            <pc:docMk/>
            <pc:sldMasterMk cId="0" sldId="2147483659"/>
            <pc:sldLayoutMk cId="0" sldId="2147483648"/>
          </pc:sldLayoutMkLst>
        </pc:sldLayoutChg>
        <pc:sldLayoutChg chg="del">
          <pc:chgData name="Manish Mishra" userId="5695508de39cc593" providerId="LiveId" clId="{1CCDC6D0-445F-4D24-A898-74169CE09619}" dt="2024-09-29T17:10:39.660" v="0" actId="47"/>
          <pc:sldLayoutMkLst>
            <pc:docMk/>
            <pc:sldMasterMk cId="0" sldId="2147483659"/>
            <pc:sldLayoutMk cId="52667060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80b0aff7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80b0aff7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9692017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9692017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80b0aff7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80b0aff7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80b0aff7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80b0aff7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69050640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69050640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980b0aff7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980b0aff7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80b0aff7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80b0aff7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96920172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969201726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9969201726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9969201726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80b0aff7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80b0aff7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969201726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969201726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80b0aff7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980b0aff7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9969201726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9969201726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80b0aff7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80b0aff7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80b0aff7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80b0aff7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926db070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926db070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CNN is everywhere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254050"/>
            <a:ext cx="8520600" cy="26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Image classification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Image retrieval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Object detection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Self driving cars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Face recognition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244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Image classification</a:t>
            </a:r>
            <a:b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Image retrieval</a:t>
            </a:r>
            <a:b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Object detection</a:t>
            </a:r>
            <a:b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Image segmentation</a:t>
            </a:r>
            <a:b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Self driving cars</a:t>
            </a:r>
            <a:b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Face recognition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Architecture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25" y="1207050"/>
            <a:ext cx="70485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Layers in CNN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 layer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Convolution layer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Pooling layer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Fully connected layer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 layer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Why CNN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350" y="1101050"/>
            <a:ext cx="2317450" cy="26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1192600" y="3942825"/>
            <a:ext cx="23832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28x28x1 = 784 neurons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6025" y="1143000"/>
            <a:ext cx="2715925" cy="26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306025" y="3942775"/>
            <a:ext cx="31668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224x224x3 = 100,352 neurons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70400" y="117350"/>
            <a:ext cx="871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Fully connected layer vs convolution layer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311700" y="735450"/>
            <a:ext cx="8520600" cy="4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fully connected layer a 32x32x3 image changes to the dimension of 3072x1.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convolution layer, spatial structure of the image is preserved.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00" y="1421275"/>
            <a:ext cx="8377199" cy="9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5" y="3038450"/>
            <a:ext cx="8220075" cy="18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What is convolution?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11700" y="1112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basic idea is to slide a matrix F (say 3x3) over an image (9x9) and compute the “inner product” (similarity) of F with the corresponding field of the image, and replace the pixel in the center of the field with the output of the inner product operation.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75" y="2694500"/>
            <a:ext cx="8211726" cy="21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Strides</a:t>
            </a: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Stride is the number of pixels shifts over the input matrix.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75" y="1717888"/>
            <a:ext cx="3868625" cy="22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175" y="1717900"/>
            <a:ext cx="4249826" cy="22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540075" y="4003475"/>
            <a:ext cx="38091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Convolution with stride 1. Here we move the filters to 1 pixel at a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 flipH="1">
            <a:off x="4577400" y="1707775"/>
            <a:ext cx="10200" cy="316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8"/>
          <p:cNvSpPr txBox="1"/>
          <p:nvPr/>
        </p:nvSpPr>
        <p:spPr>
          <a:xfrm>
            <a:off x="4684150" y="4003475"/>
            <a:ext cx="38091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Convolution with stride 2. Here we move the filters to 2 pixels at a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Padding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If the filter does not fit perfectly in input image then we need to pad the image with zeros.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075" y="1841925"/>
            <a:ext cx="5867400" cy="235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898025" y="4329275"/>
            <a:ext cx="57195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Convolution with stride 2 and padding to 1.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311700" y="216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Example of convolution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13" y="1469600"/>
            <a:ext cx="7923774" cy="31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311700" y="810875"/>
            <a:ext cx="7407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Here 2x2 convolution matrix is applied on an image with stride 2.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Calculating output image size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exact size of convolution output for an input image is calculated as follows: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 width 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 height =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Here W and H are the width and height of an image, F</a:t>
            </a:r>
            <a:r>
              <a:rPr lang="en" sz="2000" baseline="-25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and F</a:t>
            </a:r>
            <a:r>
              <a:rPr lang="en" sz="2000" baseline="-25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are the width and height of filter and S</a:t>
            </a:r>
            <a:r>
              <a:rPr lang="en" sz="2000" baseline="-25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and S</a:t>
            </a:r>
            <a:r>
              <a:rPr lang="en" sz="2000" baseline="-25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are the width and height of stride.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100" y="2930900"/>
            <a:ext cx="28233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7100" y="1760125"/>
            <a:ext cx="2605675" cy="868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>
            <a:spLocks noGrp="1"/>
          </p:cNvSpPr>
          <p:nvPr>
            <p:ph type="title"/>
          </p:nvPr>
        </p:nvSpPr>
        <p:spPr>
          <a:xfrm>
            <a:off x="311700" y="196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Filters</a:t>
            </a: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body" idx="1"/>
          </p:nvPr>
        </p:nvSpPr>
        <p:spPr>
          <a:xfrm>
            <a:off x="311700" y="769500"/>
            <a:ext cx="8520600" cy="41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CNN, we have different convolution layers and each layer have multiple filters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filters at each layer learns the representation of image.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425" y="1858299"/>
            <a:ext cx="6772275" cy="154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526275" y="3524975"/>
            <a:ext cx="80031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From fig: In layer 1, low level features like curves, lines were extracted. In intermediate layers mid-level features like nose, eyes and lips were learned. The last layer learns features of a full human face.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Which size for filter and stride should we take?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Small sizes for filter and stride can capture fine details of the image.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Big sizes for filter and stride can cause huge information loss.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Most common choice of size for filter is 2x2 and for stride is 2.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9"/>
          <p:cNvSpPr txBox="1">
            <a:spLocks/>
          </p:cNvSpPr>
          <p:nvPr/>
        </p:nvSpPr>
        <p:spPr>
          <a:xfrm>
            <a:off x="245863" y="220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dirty="0">
                <a:latin typeface="Times New Roman"/>
                <a:ea typeface="Times New Roman"/>
                <a:cs typeface="Times New Roman"/>
                <a:sym typeface="Times New Roman"/>
              </a:rPr>
              <a:t>Convolution layer</a:t>
            </a:r>
          </a:p>
        </p:txBody>
      </p:sp>
      <p:sp>
        <p:nvSpPr>
          <p:cNvPr id="236" name="Google Shape;236;p39"/>
          <p:cNvSpPr txBox="1">
            <a:spLocks/>
          </p:cNvSpPr>
          <p:nvPr/>
        </p:nvSpPr>
        <p:spPr>
          <a:xfrm>
            <a:off x="245863" y="2781000"/>
            <a:ext cx="8520600" cy="23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Main idea: Treat convolution matrix as parameters and learn them.</a:t>
            </a:r>
          </a:p>
          <a:p>
            <a:pPr indent="-355600">
              <a:spcBef>
                <a:spcPts val="1600"/>
              </a:spcBef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Convolution layer is the first layer to extract features from image.</a:t>
            </a:r>
          </a:p>
          <a:p>
            <a:pPr indent="-355600"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Convolution of an image with different filters can perform operations such as edge detection, blur and sharpen by applying filters.</a:t>
            </a:r>
          </a:p>
          <a:p>
            <a:pPr indent="0">
              <a:spcBef>
                <a:spcPts val="1600"/>
              </a:spcBef>
              <a:buFont typeface="Arial"/>
              <a:buNone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1600"/>
              </a:spcBef>
              <a:buFont typeface="Arial"/>
              <a:buNone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Arial"/>
              <a:buNone/>
            </a:pP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>
            <a:spLocks noGrp="1"/>
          </p:cNvSpPr>
          <p:nvPr>
            <p:ph type="title"/>
          </p:nvPr>
        </p:nvSpPr>
        <p:spPr>
          <a:xfrm>
            <a:off x="311700" y="226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Pooling layer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40"/>
          <p:cNvSpPr txBox="1">
            <a:spLocks noGrp="1"/>
          </p:cNvSpPr>
          <p:nvPr>
            <p:ph type="body" idx="1"/>
          </p:nvPr>
        </p:nvSpPr>
        <p:spPr>
          <a:xfrm>
            <a:off x="311700" y="883800"/>
            <a:ext cx="8520600" cy="42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Pooling layer makes the representations smaller and more manageable.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Some of the types of pooling are max pooling, average pooling and sum pooling.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Max pooling takes the largest element from the rectified feature map.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900" y="2422800"/>
            <a:ext cx="5977575" cy="21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Fully connected layer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311700" y="1470225"/>
            <a:ext cx="8520600" cy="994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In fully connected layer, we flatten our matrix into vector and feed it to neural network.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This layer takes input from its preceding layer (say convolution or max pooling) and outputs an N dimensional vector where N is the number of classes that the program has to choose from.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42"/>
          <p:cNvSpPr txBox="1">
            <a:spLocks/>
          </p:cNvSpPr>
          <p:nvPr/>
        </p:nvSpPr>
        <p:spPr>
          <a:xfrm>
            <a:off x="311700" y="23919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000" dirty="0"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255" name="Google Shape;255;p42"/>
          <p:cNvSpPr txBox="1">
            <a:spLocks/>
          </p:cNvSpPr>
          <p:nvPr/>
        </p:nvSpPr>
        <p:spPr>
          <a:xfrm>
            <a:off x="311700" y="3062656"/>
            <a:ext cx="8520600" cy="20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55600">
              <a:buSzPts val="2000"/>
              <a:buFont typeface="Times New Roman"/>
              <a:buChar char="●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Provide the input image into convolution layer.</a:t>
            </a:r>
            <a:endParaRPr lang="en-US" sz="1600" dirty="0">
              <a:solidFill>
                <a:srgbClr val="2929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>
              <a:buClr>
                <a:srgbClr val="292929"/>
              </a:buClr>
              <a:buSzPts val="2000"/>
              <a:buFont typeface="Times New Roman"/>
              <a:buChar char="●"/>
            </a:pP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Choose parameters, apply filters with strides, padding if requires. Perform convolution on the image and apply </a:t>
            </a:r>
            <a:r>
              <a:rPr lang="en-US" sz="1600" dirty="0" err="1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ReLU</a:t>
            </a: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activation to the matrix.</a:t>
            </a:r>
          </a:p>
          <a:p>
            <a:pPr indent="-355600">
              <a:buClr>
                <a:srgbClr val="292929"/>
              </a:buClr>
              <a:buSzPts val="2000"/>
              <a:buFont typeface="Times New Roman"/>
              <a:buChar char="●"/>
            </a:pP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Perform pooling to reduce the size.</a:t>
            </a:r>
          </a:p>
          <a:p>
            <a:pPr indent="-355600">
              <a:buClr>
                <a:srgbClr val="292929"/>
              </a:buClr>
              <a:buSzPts val="2000"/>
              <a:buFont typeface="Times New Roman"/>
              <a:buChar char="●"/>
            </a:pP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 as many convolution layers until satisfied.</a:t>
            </a:r>
          </a:p>
          <a:p>
            <a:pPr indent="-355600">
              <a:buClr>
                <a:srgbClr val="292929"/>
              </a:buClr>
              <a:buSzPts val="2000"/>
              <a:buFont typeface="Times New Roman"/>
              <a:buChar char="●"/>
            </a:pP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Flatten the output and feed into a fully connected layer.</a:t>
            </a:r>
          </a:p>
          <a:p>
            <a:pPr indent="-355600">
              <a:buClr>
                <a:srgbClr val="292929"/>
              </a:buClr>
              <a:buSzPts val="2000"/>
              <a:buFont typeface="Times New Roman"/>
              <a:buChar char="●"/>
            </a:pPr>
            <a:r>
              <a:rPr lang="en-US" sz="1600" dirty="0">
                <a:solidFill>
                  <a:srgbClr val="2929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Output the class using an activation function and classify the images.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337600"/>
            <a:ext cx="8520600" cy="810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“You need a lot of data if you want to train/use CNN’s”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89285" y="1038127"/>
            <a:ext cx="6040200" cy="7047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No. There are available pre-trained architectures where you can work with small amount of data.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4"/>
          <p:cNvSpPr txBox="1">
            <a:spLocks noGrp="1"/>
          </p:cNvSpPr>
          <p:nvPr>
            <p:ph type="title"/>
          </p:nvPr>
        </p:nvSpPr>
        <p:spPr>
          <a:xfrm>
            <a:off x="311700" y="2144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Other pretrained architectures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4"/>
          <p:cNvSpPr txBox="1">
            <a:spLocks/>
          </p:cNvSpPr>
          <p:nvPr/>
        </p:nvSpPr>
        <p:spPr>
          <a:xfrm>
            <a:off x="311700" y="2851500"/>
            <a:ext cx="8520600" cy="2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55600">
              <a:buSzPts val="2000"/>
              <a:buFont typeface="Times New Roman"/>
              <a:buChar char="●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AlexNet</a:t>
            </a:r>
          </a:p>
          <a:p>
            <a:pPr indent="-355600">
              <a:buSzPts val="2000"/>
              <a:buFont typeface="Times New Roman"/>
              <a:buChar char="●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VGGNet</a:t>
            </a:r>
          </a:p>
          <a:p>
            <a:pPr indent="-355600">
              <a:buSzPts val="2000"/>
              <a:buFont typeface="Times New Roman"/>
              <a:buChar char="●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GoogLeNet</a:t>
            </a:r>
          </a:p>
          <a:p>
            <a:pPr indent="-355600">
              <a:buSzPts val="2000"/>
              <a:buFont typeface="Times New Roman"/>
              <a:buChar char="●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ResNet</a:t>
            </a:r>
          </a:p>
          <a:p>
            <a:pPr indent="-355600">
              <a:buSzPts val="2000"/>
              <a:buFont typeface="Times New Roman"/>
              <a:buChar char="●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YOLO</a:t>
            </a:r>
            <a:endParaRPr lang="en-IN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684</Words>
  <Application>Microsoft Office PowerPoint</Application>
  <PresentationFormat>On-screen Show (16:9)</PresentationFormat>
  <Paragraphs>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Simple Light</vt:lpstr>
      <vt:lpstr>CNN is everywhere</vt:lpstr>
      <vt:lpstr>Image classification Image retrieval Object detection Image segmentation Self driving cars Face recognition</vt:lpstr>
      <vt:lpstr>CNN Architecture</vt:lpstr>
      <vt:lpstr>Layers in CNN</vt:lpstr>
      <vt:lpstr>Why CNN</vt:lpstr>
      <vt:lpstr>Fully connected layer vs convolution layer</vt:lpstr>
      <vt:lpstr>What is convolution?</vt:lpstr>
      <vt:lpstr>Strides</vt:lpstr>
      <vt:lpstr>Padding</vt:lpstr>
      <vt:lpstr>Example of convolution</vt:lpstr>
      <vt:lpstr>Calculating output image size</vt:lpstr>
      <vt:lpstr>Filters</vt:lpstr>
      <vt:lpstr>Which size for filter and stride should we take?</vt:lpstr>
      <vt:lpstr>Pooling layer</vt:lpstr>
      <vt:lpstr>Fully connected layer</vt:lpstr>
      <vt:lpstr>Other pretrained architectures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with CNN</dc:title>
  <cp:lastModifiedBy>Manish Mishra</cp:lastModifiedBy>
  <cp:revision>1</cp:revision>
  <dcterms:modified xsi:type="dcterms:W3CDTF">2024-09-30T06:37:09Z</dcterms:modified>
</cp:coreProperties>
</file>